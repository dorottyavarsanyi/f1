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901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44185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59633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76969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04467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2539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1818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5477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534408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7025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86264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722794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531461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75100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177261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48030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2364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9329CC1E-3194-42D4-8A08-189BF6AB5B98}" type="datetimeFigureOut">
              <a:rPr lang="hu-HU" smtClean="0"/>
              <a:t>2026.04.21.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3F59B50-0845-4E96-AD17-72320459A91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34146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437B48A-F989-4E4C-B36F-8D5833683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1140366"/>
            <a:ext cx="9440034" cy="1828801"/>
          </a:xfrm>
        </p:spPr>
        <p:txBody>
          <a:bodyPr/>
          <a:lstStyle/>
          <a:p>
            <a:r>
              <a:rPr lang="hu-HU" dirty="0">
                <a:effectLst/>
              </a:rPr>
              <a:t>Formula 1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6C768102-3E2E-4BD8-8EAD-D3C7455E2BF5}"/>
              </a:ext>
            </a:extLst>
          </p:cNvPr>
          <p:cNvSpPr txBox="1"/>
          <p:nvPr/>
        </p:nvSpPr>
        <p:spPr>
          <a:xfrm>
            <a:off x="3042011" y="4454554"/>
            <a:ext cx="6097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/>
              <a:t>Készítette: Varsányi Dorottya, Mosoni Márk, Korsós Marcell</a:t>
            </a:r>
          </a:p>
        </p:txBody>
      </p:sp>
    </p:spTree>
    <p:extLst>
      <p:ext uri="{BB962C8B-B14F-4D97-AF65-F5344CB8AC3E}">
        <p14:creationId xmlns:p14="http://schemas.microsoft.com/office/powerpoint/2010/main" val="315278834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D2C2D1-A2B2-4C0E-A861-6E6E49CC5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68375"/>
            <a:ext cx="10353762" cy="970450"/>
          </a:xfrm>
        </p:spPr>
        <p:txBody>
          <a:bodyPr/>
          <a:lstStyle/>
          <a:p>
            <a:r>
              <a:rPr lang="hu-HU" dirty="0"/>
              <a:t>Weboldal szerkezete 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F5F117C4-3D40-4F22-889E-3F0B235C12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461" r="2630" b="3477"/>
          <a:stretch/>
        </p:blipFill>
        <p:spPr>
          <a:xfrm>
            <a:off x="5763236" y="1580050"/>
            <a:ext cx="6115574" cy="3841816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CABCD09-CA0C-4F5D-833A-820AD6384160}"/>
              </a:ext>
            </a:extLst>
          </p:cNvPr>
          <p:cNvSpPr txBox="1"/>
          <p:nvPr/>
        </p:nvSpPr>
        <p:spPr>
          <a:xfrm>
            <a:off x="469783" y="2651300"/>
            <a:ext cx="38337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 lap tetején található a menüsor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Mellékoldal egyértelműen megközelíthető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 kártyák kiemelkednek ha rávisszük az egeret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D0E66D-8524-43CD-B0CA-AFD6CAD75061}"/>
              </a:ext>
            </a:extLst>
          </p:cNvPr>
          <p:cNvSpPr txBox="1"/>
          <p:nvPr/>
        </p:nvSpPr>
        <p:spPr>
          <a:xfrm>
            <a:off x="469783" y="1786855"/>
            <a:ext cx="2088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/>
              <a:t>Főoldal:</a:t>
            </a:r>
          </a:p>
        </p:txBody>
      </p:sp>
    </p:spTree>
    <p:extLst>
      <p:ext uri="{BB962C8B-B14F-4D97-AF65-F5344CB8AC3E}">
        <p14:creationId xmlns:p14="http://schemas.microsoft.com/office/powerpoint/2010/main" val="36327070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D2C2D1-A2B2-4C0E-A861-6E6E49CC5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68375"/>
            <a:ext cx="10353762" cy="970450"/>
          </a:xfrm>
        </p:spPr>
        <p:txBody>
          <a:bodyPr/>
          <a:lstStyle/>
          <a:p>
            <a:r>
              <a:rPr lang="hu-HU" dirty="0"/>
              <a:t>Weboldal szerkezete 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D0E66D-8524-43CD-B0CA-AFD6CAD75061}"/>
              </a:ext>
            </a:extLst>
          </p:cNvPr>
          <p:cNvSpPr txBox="1"/>
          <p:nvPr/>
        </p:nvSpPr>
        <p:spPr>
          <a:xfrm>
            <a:off x="469783" y="1786855"/>
            <a:ext cx="2634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/>
              <a:t>Második oldal: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15A47BC-0EB0-4EB1-82EA-0DA18FCAF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292" y="1596787"/>
            <a:ext cx="6128328" cy="3218494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C904AA34-89D9-4DD7-BA4D-610E51F6255B}"/>
              </a:ext>
            </a:extLst>
          </p:cNvPr>
          <p:cNvSpPr txBox="1"/>
          <p:nvPr/>
        </p:nvSpPr>
        <p:spPr>
          <a:xfrm>
            <a:off x="469783" y="2651300"/>
            <a:ext cx="38337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Két oldalt képek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Középen szöveg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Ferrarihoz megfelelő dizájn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Lap alján „vissza a lap tetejére” gomb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Teszt a lap alján azon a lapon lévő információkból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 szöveg kiemelkedik ha rávisszük az egeret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155748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D2C2D1-A2B2-4C0E-A861-6E6E49CC5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68375"/>
            <a:ext cx="10353762" cy="970450"/>
          </a:xfrm>
        </p:spPr>
        <p:txBody>
          <a:bodyPr/>
          <a:lstStyle/>
          <a:p>
            <a:r>
              <a:rPr lang="hu-HU" dirty="0"/>
              <a:t>Weboldal szerkezete 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D0E66D-8524-43CD-B0CA-AFD6CAD75061}"/>
              </a:ext>
            </a:extLst>
          </p:cNvPr>
          <p:cNvSpPr txBox="1"/>
          <p:nvPr/>
        </p:nvSpPr>
        <p:spPr>
          <a:xfrm>
            <a:off x="469783" y="1786855"/>
            <a:ext cx="294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/>
              <a:t>Harmadik oldal: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B6D21078-3960-4A96-976A-2849783EDA2F}"/>
              </a:ext>
            </a:extLst>
          </p:cNvPr>
          <p:cNvSpPr txBox="1"/>
          <p:nvPr/>
        </p:nvSpPr>
        <p:spPr>
          <a:xfrm>
            <a:off x="550003" y="2667699"/>
            <a:ext cx="2151252" cy="1065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199577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la">
  <a:themeElements>
    <a:clrScheme name="Pal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Pal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73</TotalTime>
  <Words>75</Words>
  <Application>Microsoft Office PowerPoint</Application>
  <PresentationFormat>Szélesvásznú</PresentationFormat>
  <Paragraphs>17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9" baseType="lpstr">
      <vt:lpstr>Arial</vt:lpstr>
      <vt:lpstr>Calisto MT</vt:lpstr>
      <vt:lpstr>Trebuchet MS</vt:lpstr>
      <vt:lpstr>Wingdings 2</vt:lpstr>
      <vt:lpstr>Pala</vt:lpstr>
      <vt:lpstr>Formula 1</vt:lpstr>
      <vt:lpstr>Weboldal szerkezete </vt:lpstr>
      <vt:lpstr>Weboldal szerkezete </vt:lpstr>
      <vt:lpstr>Weboldal szerkezete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Formula 1</dc:title>
  <dc:creator>D244TAN-01</dc:creator>
  <cp:lastModifiedBy>D244TAN-01</cp:lastModifiedBy>
  <cp:revision>5</cp:revision>
  <dcterms:created xsi:type="dcterms:W3CDTF">2026-04-21T09:51:28Z</dcterms:created>
  <dcterms:modified xsi:type="dcterms:W3CDTF">2026-04-21T11:04:57Z</dcterms:modified>
</cp:coreProperties>
</file>