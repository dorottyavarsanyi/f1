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90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18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963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696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4467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539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181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547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344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702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6264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279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314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7510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7726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4803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236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29CC1E-3194-42D4-8A08-189BF6AB5B98}" type="datetimeFigureOut">
              <a:rPr lang="hu-HU" smtClean="0"/>
              <a:t>2026.04.27.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3F59B50-0845-4E96-AD17-72320459A9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3414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37B48A-F989-4E4C-B36F-8D583368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140366"/>
            <a:ext cx="9440034" cy="1828801"/>
          </a:xfrm>
        </p:spPr>
        <p:txBody>
          <a:bodyPr/>
          <a:lstStyle/>
          <a:p>
            <a:r>
              <a:rPr lang="hu-HU" dirty="0">
                <a:effectLst/>
              </a:rPr>
              <a:t>Formula 1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C768102-3E2E-4BD8-8EAD-D3C7455E2BF5}"/>
              </a:ext>
            </a:extLst>
          </p:cNvPr>
          <p:cNvSpPr txBox="1"/>
          <p:nvPr/>
        </p:nvSpPr>
        <p:spPr>
          <a:xfrm>
            <a:off x="3042011" y="4454554"/>
            <a:ext cx="609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Készítette: Varsányi Dorottya, Mosoni Márk, Korsós Marcell</a:t>
            </a:r>
          </a:p>
        </p:txBody>
      </p:sp>
    </p:spTree>
    <p:extLst>
      <p:ext uri="{BB962C8B-B14F-4D97-AF65-F5344CB8AC3E}">
        <p14:creationId xmlns:p14="http://schemas.microsoft.com/office/powerpoint/2010/main" val="3152788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D2C2D1-A2B2-4C0E-A861-6E6E49C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8375"/>
            <a:ext cx="10353762" cy="970450"/>
          </a:xfrm>
        </p:spPr>
        <p:txBody>
          <a:bodyPr/>
          <a:lstStyle/>
          <a:p>
            <a:r>
              <a:rPr lang="hu-HU" dirty="0"/>
              <a:t>Weboldal szerkezete 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5F117C4-3D40-4F22-889E-3F0B235C12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1" r="2630" b="3477"/>
          <a:stretch/>
        </p:blipFill>
        <p:spPr>
          <a:xfrm>
            <a:off x="5763236" y="1580050"/>
            <a:ext cx="6115574" cy="3841816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CABCD09-CA0C-4F5D-833A-820AD6384160}"/>
              </a:ext>
            </a:extLst>
          </p:cNvPr>
          <p:cNvSpPr txBox="1"/>
          <p:nvPr/>
        </p:nvSpPr>
        <p:spPr>
          <a:xfrm>
            <a:off x="469783" y="2651300"/>
            <a:ext cx="38337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lap tetején található a menüsor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Mellékoldal egyértelműen megközelíthető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kártyák kiemelkednek ha rávisszük az egeret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D0E66D-8524-43CD-B0CA-AFD6CAD75061}"/>
              </a:ext>
            </a:extLst>
          </p:cNvPr>
          <p:cNvSpPr txBox="1"/>
          <p:nvPr/>
        </p:nvSpPr>
        <p:spPr>
          <a:xfrm>
            <a:off x="469783" y="1786855"/>
            <a:ext cx="208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Főoldal:</a:t>
            </a:r>
          </a:p>
        </p:txBody>
      </p:sp>
    </p:spTree>
    <p:extLst>
      <p:ext uri="{BB962C8B-B14F-4D97-AF65-F5344CB8AC3E}">
        <p14:creationId xmlns:p14="http://schemas.microsoft.com/office/powerpoint/2010/main" val="363270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D2C2D1-A2B2-4C0E-A861-6E6E49C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8375"/>
            <a:ext cx="10353762" cy="970450"/>
          </a:xfrm>
        </p:spPr>
        <p:txBody>
          <a:bodyPr/>
          <a:lstStyle/>
          <a:p>
            <a:r>
              <a:rPr lang="hu-HU" dirty="0"/>
              <a:t>Weboldal szerkezete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D0E66D-8524-43CD-B0CA-AFD6CAD75061}"/>
              </a:ext>
            </a:extLst>
          </p:cNvPr>
          <p:cNvSpPr txBox="1"/>
          <p:nvPr/>
        </p:nvSpPr>
        <p:spPr>
          <a:xfrm>
            <a:off x="469783" y="1786855"/>
            <a:ext cx="2634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Első oldal: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15A47BC-0EB0-4EB1-82EA-0DA18FCA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292" y="1596787"/>
            <a:ext cx="6128328" cy="321849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C904AA34-89D9-4DD7-BA4D-610E51F6255B}"/>
              </a:ext>
            </a:extLst>
          </p:cNvPr>
          <p:cNvSpPr txBox="1"/>
          <p:nvPr/>
        </p:nvSpPr>
        <p:spPr>
          <a:xfrm>
            <a:off x="469783" y="2651300"/>
            <a:ext cx="38337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Két oldalt képek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Középen szöveg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Ferrarihoz megfelelő dizájn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Lap alján „vissza a lap tetejére” gomb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Teszt a lap alján azon a lapon lévő információkból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szöveg kiemelkedik ha rávisszük az egeret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557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D2C2D1-A2B2-4C0E-A861-6E6E49C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8375"/>
            <a:ext cx="10353762" cy="970450"/>
          </a:xfrm>
        </p:spPr>
        <p:txBody>
          <a:bodyPr/>
          <a:lstStyle/>
          <a:p>
            <a:r>
              <a:rPr lang="hu-HU" dirty="0"/>
              <a:t>Weboldal szerkezete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D0E66D-8524-43CD-B0CA-AFD6CAD75061}"/>
              </a:ext>
            </a:extLst>
          </p:cNvPr>
          <p:cNvSpPr txBox="1"/>
          <p:nvPr/>
        </p:nvSpPr>
        <p:spPr>
          <a:xfrm>
            <a:off x="469783" y="1786855"/>
            <a:ext cx="294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Második oldal: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6D21078-3960-4A96-976A-2849783EDA2F}"/>
              </a:ext>
            </a:extLst>
          </p:cNvPr>
          <p:cNvSpPr txBox="1"/>
          <p:nvPr/>
        </p:nvSpPr>
        <p:spPr>
          <a:xfrm>
            <a:off x="550003" y="2667699"/>
            <a:ext cx="2151252" cy="106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9957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D2C2D1-A2B2-4C0E-A861-6E6E49C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8375"/>
            <a:ext cx="10353762" cy="970450"/>
          </a:xfrm>
        </p:spPr>
        <p:txBody>
          <a:bodyPr/>
          <a:lstStyle/>
          <a:p>
            <a:r>
              <a:rPr lang="hu-HU" dirty="0"/>
              <a:t>Weboldal szerkezete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D0E66D-8524-43CD-B0CA-AFD6CAD75061}"/>
              </a:ext>
            </a:extLst>
          </p:cNvPr>
          <p:cNvSpPr txBox="1"/>
          <p:nvPr/>
        </p:nvSpPr>
        <p:spPr>
          <a:xfrm>
            <a:off x="469783" y="1786855"/>
            <a:ext cx="294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Harmadik oldal: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6D21078-3960-4A96-976A-2849783EDA2F}"/>
              </a:ext>
            </a:extLst>
          </p:cNvPr>
          <p:cNvSpPr txBox="1"/>
          <p:nvPr/>
        </p:nvSpPr>
        <p:spPr>
          <a:xfrm>
            <a:off x="550003" y="2667699"/>
            <a:ext cx="2151252" cy="106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625421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297CF9-31BA-483F-ADA1-24026B0C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Tesztek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1ACBA7B-AA6F-4FCA-A4B2-D5B09638F512}"/>
              </a:ext>
            </a:extLst>
          </p:cNvPr>
          <p:cNvSpPr txBox="1"/>
          <p:nvPr/>
        </p:nvSpPr>
        <p:spPr>
          <a:xfrm>
            <a:off x="1098958" y="2063692"/>
            <a:ext cx="436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A,B,C lehetőség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Ellenőrzés gomb alul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Az eredményt kiírja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5CE081C-BE21-4109-9ABC-464A3FB59D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3" t="2446" r="13817" b="4954"/>
          <a:stretch/>
        </p:blipFill>
        <p:spPr>
          <a:xfrm>
            <a:off x="4840449" y="1828602"/>
            <a:ext cx="5578678" cy="455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121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297CF9-31BA-483F-ADA1-24026B0C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 dirty="0"/>
              <a:t>JavaScript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205E6C3E-DA44-408A-9FA8-0E565C9A7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76" y="1735146"/>
            <a:ext cx="4593710" cy="1010872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C93E7552-9388-4AEE-AA00-262B7A91D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3293629"/>
            <a:ext cx="3286498" cy="27074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3E4BD78-E94D-4FB3-BE59-76219559B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75" y="1735146"/>
            <a:ext cx="4739902" cy="38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77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706EE9-A499-4FEC-A3A3-6FA156AB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8550"/>
            <a:ext cx="10353762" cy="970450"/>
          </a:xfrm>
        </p:spPr>
        <p:txBody>
          <a:bodyPr>
            <a:noAutofit/>
          </a:bodyPr>
          <a:lstStyle/>
          <a:p>
            <a:r>
              <a:rPr lang="hu-HU" sz="6700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7235487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TM03090430[[fn=Sávos]]</Template>
  <TotalTime>128</TotalTime>
  <Words>98</Words>
  <Application>Microsoft Office PowerPoint</Application>
  <PresentationFormat>Szélesvásznú</PresentationFormat>
  <Paragraphs>25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Calisto MT</vt:lpstr>
      <vt:lpstr>Trebuchet MS</vt:lpstr>
      <vt:lpstr>Wingdings 2</vt:lpstr>
      <vt:lpstr>Pala</vt:lpstr>
      <vt:lpstr>Formula 1</vt:lpstr>
      <vt:lpstr>Weboldal szerkezete </vt:lpstr>
      <vt:lpstr>Weboldal szerkezete </vt:lpstr>
      <vt:lpstr>Weboldal szerkezete </vt:lpstr>
      <vt:lpstr>Weboldal szerkezete </vt:lpstr>
      <vt:lpstr>Tesztek</vt:lpstr>
      <vt:lpstr>JavaScript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 1</dc:title>
  <dc:creator>D244TAN-01</dc:creator>
  <cp:lastModifiedBy>Ujhelyi Csanád</cp:lastModifiedBy>
  <cp:revision>9</cp:revision>
  <dcterms:created xsi:type="dcterms:W3CDTF">2026-04-21T09:51:28Z</dcterms:created>
  <dcterms:modified xsi:type="dcterms:W3CDTF">2026-04-27T12:02:28Z</dcterms:modified>
</cp:coreProperties>
</file>